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4" r:id="rId1"/>
  </p:sldMasterIdLst>
  <p:notesMasterIdLst>
    <p:notesMasterId r:id="rId2"/>
  </p:notesMasterIdLst>
  <p:handoutMasterIdLst>
    <p:handoutMasterId r:id="rId3"/>
  </p:handoutMaster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296"/>
    <a:srgbClr val="A3975D"/>
    <a:srgbClr val="EB7300"/>
    <a:srgbClr val="1E325F"/>
    <a:srgbClr val="8C2341"/>
    <a:srgbClr val="4F307F"/>
    <a:srgbClr val="D0EBB3"/>
    <a:srgbClr val="008000"/>
    <a:srgbClr val="626670"/>
    <a:srgbClr val="8CBE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24" autoAdjust="0"/>
    <p:restoredTop sz="88967" autoAdjust="0"/>
  </p:normalViewPr>
  <p:slideViewPr>
    <p:cSldViewPr snapToGrid="0">
      <p:cViewPr varScale="1">
        <p:scale>
          <a:sx n="94" d="100"/>
          <a:sy n="94" d="100"/>
        </p:scale>
        <p:origin x="2160" y="9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1" d="100"/>
          <a:sy n="81" d="100"/>
        </p:scale>
        <p:origin x="3786" y="84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0AA370-36E4-4430-A592-97ADBBEE143A}" type="datetimeFigureOut">
              <a:rPr lang="de-DE" smtClean="0"/>
              <a:t>25.06.2025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60EC33-1F76-4B0E-827A-D7AD69ECB45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443497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3D8981-8C37-4643-8C9A-9186D9601F54}" type="datetimeFigureOut">
              <a:rPr lang="de-DE" smtClean="0"/>
              <a:t>25.06.2025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9672BE-A2D6-4609-B031-DE33AE70052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6856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+Grafik+Textf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1504F-8C5B-404F-9C13-3F863E07D3B8}" type="slidenum">
              <a:rPr lang="de-DE" smtClean="0"/>
              <a:t>‹Nr.›</a:t>
            </a:fld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5" name="Inhaltsplatzhalter 48"/>
          <p:cNvSpPr>
            <a:spLocks noGrp="1"/>
          </p:cNvSpPr>
          <p:nvPr>
            <p:ph sz="quarter" idx="46" hasCustomPrompt="1"/>
          </p:nvPr>
        </p:nvSpPr>
        <p:spPr>
          <a:xfrm>
            <a:off x="596900" y="6132514"/>
            <a:ext cx="8748713" cy="146253"/>
          </a:xfrm>
        </p:spPr>
        <p:txBody>
          <a:bodyPr/>
          <a:lstStyle>
            <a:lvl1pPr marL="0" indent="0" algn="r">
              <a:buNone/>
              <a:defRPr sz="900">
                <a:solidFill>
                  <a:srgbClr val="828796"/>
                </a:solidFill>
              </a:defRPr>
            </a:lvl1pPr>
          </a:lstStyle>
          <a:p>
            <a:pPr lvl="0"/>
            <a:r>
              <a:rPr lang="de-DE" dirty="0" smtClean="0"/>
              <a:t>Quelle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47" hasCustomPrompt="1"/>
          </p:nvPr>
        </p:nvSpPr>
        <p:spPr>
          <a:xfrm>
            <a:off x="596900" y="5419725"/>
            <a:ext cx="8748713" cy="644525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smtClean="0"/>
              <a:t>Text</a:t>
            </a:r>
          </a:p>
        </p:txBody>
      </p:sp>
      <p:sp>
        <p:nvSpPr>
          <p:cNvPr id="8" name="Diagrammplatzhalter 7"/>
          <p:cNvSpPr>
            <a:spLocks noGrp="1"/>
          </p:cNvSpPr>
          <p:nvPr>
            <p:ph type="chart" sz="quarter" idx="48"/>
          </p:nvPr>
        </p:nvSpPr>
        <p:spPr>
          <a:xfrm>
            <a:off x="596900" y="1584341"/>
            <a:ext cx="8748713" cy="3835633"/>
          </a:xfrm>
        </p:spPr>
        <p:txBody>
          <a:bodyPr/>
          <a:lstStyle/>
          <a:p>
            <a:endParaRPr lang="de-DE"/>
          </a:p>
        </p:txBody>
      </p:sp>
      <p:sp>
        <p:nvSpPr>
          <p:cNvPr id="9" name="Textplatzhalter 4"/>
          <p:cNvSpPr>
            <a:spLocks noGrp="1"/>
          </p:cNvSpPr>
          <p:nvPr>
            <p:ph type="body" sz="quarter" idx="19" hasCustomPrompt="1"/>
          </p:nvPr>
        </p:nvSpPr>
        <p:spPr>
          <a:xfrm>
            <a:off x="600061" y="1169236"/>
            <a:ext cx="8745552" cy="230994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smtClean="0"/>
              <a:t>Überschrift Grafik</a:t>
            </a:r>
          </a:p>
        </p:txBody>
      </p:sp>
      <p:sp>
        <p:nvSpPr>
          <p:cNvPr id="10" name="Textplatzhalt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601946" y="1400231"/>
            <a:ext cx="8743667" cy="184112"/>
          </a:xfrm>
        </p:spPr>
        <p:txBody>
          <a:bodyPr anchor="b"/>
          <a:lstStyle>
            <a:lvl1pPr marL="0" indent="0">
              <a:buNone/>
              <a:defRPr sz="900">
                <a:solidFill>
                  <a:srgbClr val="828796"/>
                </a:solidFill>
              </a:defRPr>
            </a:lvl1pPr>
          </a:lstStyle>
          <a:p>
            <a:pPr lvl="0"/>
            <a:r>
              <a:rPr lang="de-DE" dirty="0" smtClean="0"/>
              <a:t>Einheit/Beschreibung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356872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+Überschriften+4x Grafi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1504F-8C5B-404F-9C13-3F863E07D3B8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19" hasCustomPrompt="1"/>
          </p:nvPr>
        </p:nvSpPr>
        <p:spPr>
          <a:xfrm>
            <a:off x="600061" y="1169236"/>
            <a:ext cx="4277168" cy="230994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smtClean="0"/>
              <a:t>Überschrift Grafik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601946" y="1420173"/>
            <a:ext cx="4275283" cy="164169"/>
          </a:xfrm>
        </p:spPr>
        <p:txBody>
          <a:bodyPr anchor="b"/>
          <a:lstStyle>
            <a:lvl1pPr marL="0" indent="0">
              <a:buNone/>
              <a:defRPr sz="900">
                <a:solidFill>
                  <a:srgbClr val="828796"/>
                </a:solidFill>
              </a:defRPr>
            </a:lvl1pPr>
          </a:lstStyle>
          <a:p>
            <a:pPr lvl="0"/>
            <a:r>
              <a:rPr lang="de-DE" dirty="0" smtClean="0"/>
              <a:t>Einheit/Beschreibung</a:t>
            </a:r>
            <a:endParaRPr lang="de-DE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7" name="Textplatzhalter 4"/>
          <p:cNvSpPr>
            <a:spLocks noGrp="1"/>
          </p:cNvSpPr>
          <p:nvPr>
            <p:ph type="body" sz="quarter" idx="37" hasCustomPrompt="1"/>
          </p:nvPr>
        </p:nvSpPr>
        <p:spPr>
          <a:xfrm>
            <a:off x="600778" y="3648785"/>
            <a:ext cx="4277168" cy="230994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smtClean="0"/>
              <a:t>Überschrift Grafik</a:t>
            </a:r>
          </a:p>
        </p:txBody>
      </p:sp>
      <p:sp>
        <p:nvSpPr>
          <p:cNvPr id="38" name="Textplatzhalter 11"/>
          <p:cNvSpPr>
            <a:spLocks noGrp="1"/>
          </p:cNvSpPr>
          <p:nvPr>
            <p:ph type="body" sz="quarter" idx="38" hasCustomPrompt="1"/>
          </p:nvPr>
        </p:nvSpPr>
        <p:spPr>
          <a:xfrm>
            <a:off x="602663" y="3899722"/>
            <a:ext cx="4275283" cy="164169"/>
          </a:xfrm>
        </p:spPr>
        <p:txBody>
          <a:bodyPr anchor="b"/>
          <a:lstStyle>
            <a:lvl1pPr marL="0" indent="0">
              <a:buNone/>
              <a:defRPr sz="900">
                <a:solidFill>
                  <a:srgbClr val="828796"/>
                </a:solidFill>
              </a:defRPr>
            </a:lvl1pPr>
          </a:lstStyle>
          <a:p>
            <a:pPr lvl="0"/>
            <a:r>
              <a:rPr lang="de-DE" dirty="0" smtClean="0"/>
              <a:t>Einheit/Beschreibung</a:t>
            </a:r>
            <a:endParaRPr lang="de-DE" dirty="0"/>
          </a:p>
        </p:txBody>
      </p:sp>
      <p:sp>
        <p:nvSpPr>
          <p:cNvPr id="40" name="Textplatzhalter 4"/>
          <p:cNvSpPr>
            <a:spLocks noGrp="1"/>
          </p:cNvSpPr>
          <p:nvPr>
            <p:ph type="body" sz="quarter" idx="40" hasCustomPrompt="1"/>
          </p:nvPr>
        </p:nvSpPr>
        <p:spPr>
          <a:xfrm>
            <a:off x="5064111" y="1175586"/>
            <a:ext cx="4277168" cy="230994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smtClean="0"/>
              <a:t>Überschrift Grafik</a:t>
            </a:r>
          </a:p>
        </p:txBody>
      </p:sp>
      <p:sp>
        <p:nvSpPr>
          <p:cNvPr id="41" name="Textplatzhalter 11"/>
          <p:cNvSpPr>
            <a:spLocks noGrp="1"/>
          </p:cNvSpPr>
          <p:nvPr>
            <p:ph type="body" sz="quarter" idx="41" hasCustomPrompt="1"/>
          </p:nvPr>
        </p:nvSpPr>
        <p:spPr>
          <a:xfrm>
            <a:off x="5065996" y="1426523"/>
            <a:ext cx="4275283" cy="164169"/>
          </a:xfrm>
        </p:spPr>
        <p:txBody>
          <a:bodyPr anchor="b"/>
          <a:lstStyle>
            <a:lvl1pPr marL="0" indent="0">
              <a:buNone/>
              <a:defRPr sz="900">
                <a:solidFill>
                  <a:srgbClr val="828796"/>
                </a:solidFill>
              </a:defRPr>
            </a:lvl1pPr>
          </a:lstStyle>
          <a:p>
            <a:pPr lvl="0"/>
            <a:r>
              <a:rPr lang="de-DE" dirty="0" smtClean="0"/>
              <a:t>Einheit/Beschreibung</a:t>
            </a:r>
            <a:endParaRPr lang="de-DE" dirty="0"/>
          </a:p>
        </p:txBody>
      </p:sp>
      <p:sp>
        <p:nvSpPr>
          <p:cNvPr id="43" name="Textplatzhalter 4"/>
          <p:cNvSpPr>
            <a:spLocks noGrp="1"/>
          </p:cNvSpPr>
          <p:nvPr>
            <p:ph type="body" sz="quarter" idx="43" hasCustomPrompt="1"/>
          </p:nvPr>
        </p:nvSpPr>
        <p:spPr>
          <a:xfrm>
            <a:off x="5057761" y="3658436"/>
            <a:ext cx="4277168" cy="230994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smtClean="0"/>
              <a:t>Überschrift Grafik</a:t>
            </a:r>
          </a:p>
        </p:txBody>
      </p:sp>
      <p:sp>
        <p:nvSpPr>
          <p:cNvPr id="44" name="Textplatzhalter 11"/>
          <p:cNvSpPr>
            <a:spLocks noGrp="1"/>
          </p:cNvSpPr>
          <p:nvPr>
            <p:ph type="body" sz="quarter" idx="44" hasCustomPrompt="1"/>
          </p:nvPr>
        </p:nvSpPr>
        <p:spPr>
          <a:xfrm>
            <a:off x="5059646" y="3909373"/>
            <a:ext cx="4275283" cy="164169"/>
          </a:xfrm>
        </p:spPr>
        <p:txBody>
          <a:bodyPr anchor="b"/>
          <a:lstStyle>
            <a:lvl1pPr marL="0" indent="0">
              <a:buNone/>
              <a:defRPr sz="900">
                <a:solidFill>
                  <a:srgbClr val="828796"/>
                </a:solidFill>
              </a:defRPr>
            </a:lvl1pPr>
          </a:lstStyle>
          <a:p>
            <a:pPr lvl="0"/>
            <a:r>
              <a:rPr lang="de-DE" dirty="0" smtClean="0"/>
              <a:t>Einheit/Beschreibung</a:t>
            </a:r>
            <a:endParaRPr lang="de-DE" dirty="0"/>
          </a:p>
        </p:txBody>
      </p:sp>
      <p:sp>
        <p:nvSpPr>
          <p:cNvPr id="4" name="Diagrammplatzhalter 3"/>
          <p:cNvSpPr>
            <a:spLocks noGrp="1"/>
          </p:cNvSpPr>
          <p:nvPr>
            <p:ph type="chart" sz="quarter" idx="47"/>
          </p:nvPr>
        </p:nvSpPr>
        <p:spPr>
          <a:xfrm>
            <a:off x="596900" y="1591640"/>
            <a:ext cx="4273200" cy="1929600"/>
          </a:xfrm>
        </p:spPr>
        <p:txBody>
          <a:bodyPr/>
          <a:lstStyle/>
          <a:p>
            <a:endParaRPr lang="de-DE"/>
          </a:p>
        </p:txBody>
      </p:sp>
      <p:sp>
        <p:nvSpPr>
          <p:cNvPr id="19" name="Diagrammplatzhalter 3"/>
          <p:cNvSpPr>
            <a:spLocks noGrp="1"/>
          </p:cNvSpPr>
          <p:nvPr>
            <p:ph type="chart" sz="quarter" idx="48"/>
          </p:nvPr>
        </p:nvSpPr>
        <p:spPr>
          <a:xfrm>
            <a:off x="5064111" y="1584342"/>
            <a:ext cx="4273200" cy="1929600"/>
          </a:xfrm>
        </p:spPr>
        <p:txBody>
          <a:bodyPr/>
          <a:lstStyle/>
          <a:p>
            <a:endParaRPr lang="de-DE"/>
          </a:p>
        </p:txBody>
      </p:sp>
      <p:sp>
        <p:nvSpPr>
          <p:cNvPr id="20" name="Diagrammplatzhalter 3"/>
          <p:cNvSpPr>
            <a:spLocks noGrp="1"/>
          </p:cNvSpPr>
          <p:nvPr>
            <p:ph type="chart" sz="quarter" idx="49"/>
          </p:nvPr>
        </p:nvSpPr>
        <p:spPr>
          <a:xfrm>
            <a:off x="596900" y="4071496"/>
            <a:ext cx="4273200" cy="1929600"/>
          </a:xfrm>
        </p:spPr>
        <p:txBody>
          <a:bodyPr/>
          <a:lstStyle/>
          <a:p>
            <a:endParaRPr lang="de-DE"/>
          </a:p>
        </p:txBody>
      </p:sp>
      <p:sp>
        <p:nvSpPr>
          <p:cNvPr id="21" name="Diagrammplatzhalter 3"/>
          <p:cNvSpPr>
            <a:spLocks noGrp="1"/>
          </p:cNvSpPr>
          <p:nvPr>
            <p:ph type="chart" sz="quarter" idx="50"/>
          </p:nvPr>
        </p:nvSpPr>
        <p:spPr>
          <a:xfrm>
            <a:off x="5061192" y="4076134"/>
            <a:ext cx="4273200" cy="1929600"/>
          </a:xfrm>
        </p:spPr>
        <p:txBody>
          <a:bodyPr/>
          <a:lstStyle/>
          <a:p>
            <a:endParaRPr lang="de-DE"/>
          </a:p>
        </p:txBody>
      </p:sp>
      <p:sp>
        <p:nvSpPr>
          <p:cNvPr id="17" name="Inhaltsplatzhalter 48"/>
          <p:cNvSpPr>
            <a:spLocks noGrp="1"/>
          </p:cNvSpPr>
          <p:nvPr>
            <p:ph sz="quarter" idx="51" hasCustomPrompt="1"/>
          </p:nvPr>
        </p:nvSpPr>
        <p:spPr>
          <a:xfrm>
            <a:off x="585437" y="3528538"/>
            <a:ext cx="4284663" cy="147652"/>
          </a:xfrm>
        </p:spPr>
        <p:txBody>
          <a:bodyPr/>
          <a:lstStyle>
            <a:lvl1pPr marL="0" indent="0" algn="r">
              <a:buNone/>
              <a:defRPr sz="900">
                <a:solidFill>
                  <a:srgbClr val="828796"/>
                </a:solidFill>
              </a:defRPr>
            </a:lvl1pPr>
          </a:lstStyle>
          <a:p>
            <a:pPr lvl="0"/>
            <a:r>
              <a:rPr lang="de-DE" dirty="0" smtClean="0"/>
              <a:t>Quelle</a:t>
            </a:r>
            <a:endParaRPr lang="de-DE" dirty="0"/>
          </a:p>
        </p:txBody>
      </p:sp>
      <p:sp>
        <p:nvSpPr>
          <p:cNvPr id="18" name="Inhaltsplatzhalter 48"/>
          <p:cNvSpPr>
            <a:spLocks noGrp="1"/>
          </p:cNvSpPr>
          <p:nvPr>
            <p:ph sz="quarter" idx="46" hasCustomPrompt="1"/>
          </p:nvPr>
        </p:nvSpPr>
        <p:spPr>
          <a:xfrm>
            <a:off x="585436" y="6005734"/>
            <a:ext cx="4284663" cy="147652"/>
          </a:xfrm>
        </p:spPr>
        <p:txBody>
          <a:bodyPr/>
          <a:lstStyle>
            <a:lvl1pPr marL="0" indent="0" algn="r">
              <a:buNone/>
              <a:defRPr sz="900">
                <a:solidFill>
                  <a:srgbClr val="828796"/>
                </a:solidFill>
              </a:defRPr>
            </a:lvl1pPr>
          </a:lstStyle>
          <a:p>
            <a:pPr lvl="0"/>
            <a:r>
              <a:rPr lang="de-DE" dirty="0" smtClean="0"/>
              <a:t>Quelle</a:t>
            </a:r>
            <a:endParaRPr lang="de-DE" dirty="0"/>
          </a:p>
        </p:txBody>
      </p:sp>
      <p:sp>
        <p:nvSpPr>
          <p:cNvPr id="22" name="Inhaltsplatzhalter 48"/>
          <p:cNvSpPr>
            <a:spLocks noGrp="1"/>
          </p:cNvSpPr>
          <p:nvPr>
            <p:ph sz="quarter" idx="52" hasCustomPrompt="1"/>
          </p:nvPr>
        </p:nvSpPr>
        <p:spPr>
          <a:xfrm>
            <a:off x="5049729" y="6008326"/>
            <a:ext cx="4284663" cy="147652"/>
          </a:xfrm>
        </p:spPr>
        <p:txBody>
          <a:bodyPr/>
          <a:lstStyle>
            <a:lvl1pPr marL="0" indent="0" algn="r">
              <a:buNone/>
              <a:defRPr sz="900">
                <a:solidFill>
                  <a:srgbClr val="828796"/>
                </a:solidFill>
              </a:defRPr>
            </a:lvl1pPr>
          </a:lstStyle>
          <a:p>
            <a:pPr lvl="0"/>
            <a:r>
              <a:rPr lang="de-DE" dirty="0" smtClean="0"/>
              <a:t>Quelle</a:t>
            </a:r>
            <a:endParaRPr lang="de-DE" dirty="0"/>
          </a:p>
        </p:txBody>
      </p:sp>
      <p:sp>
        <p:nvSpPr>
          <p:cNvPr id="23" name="Inhaltsplatzhalter 48"/>
          <p:cNvSpPr>
            <a:spLocks noGrp="1"/>
          </p:cNvSpPr>
          <p:nvPr>
            <p:ph sz="quarter" idx="53" hasCustomPrompt="1"/>
          </p:nvPr>
        </p:nvSpPr>
        <p:spPr>
          <a:xfrm>
            <a:off x="5064111" y="3524109"/>
            <a:ext cx="4284663" cy="147652"/>
          </a:xfrm>
        </p:spPr>
        <p:txBody>
          <a:bodyPr/>
          <a:lstStyle>
            <a:lvl1pPr marL="0" indent="0" algn="r">
              <a:buNone/>
              <a:defRPr sz="900">
                <a:solidFill>
                  <a:srgbClr val="828796"/>
                </a:solidFill>
              </a:defRPr>
            </a:lvl1pPr>
          </a:lstStyle>
          <a:p>
            <a:pPr lvl="0"/>
            <a:r>
              <a:rPr lang="de-DE" dirty="0" smtClean="0"/>
              <a:t>Quelle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00522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+Überschriften+2x Grafiken+Textfe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91504F-8C5B-404F-9C13-3F863E07D3B8}" type="slidenum">
              <a:rPr lang="de-DE" smtClean="0"/>
              <a:t>‹Nr.›</a:t>
            </a:fld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18" name="Textplatzhalter 4"/>
          <p:cNvSpPr>
            <a:spLocks noGrp="1"/>
          </p:cNvSpPr>
          <p:nvPr>
            <p:ph type="body" sz="quarter" idx="19" hasCustomPrompt="1"/>
          </p:nvPr>
        </p:nvSpPr>
        <p:spPr>
          <a:xfrm>
            <a:off x="604395" y="1169236"/>
            <a:ext cx="4277168" cy="230994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smtClean="0"/>
              <a:t>Überschrift Grafik</a:t>
            </a:r>
          </a:p>
        </p:txBody>
      </p:sp>
      <p:sp>
        <p:nvSpPr>
          <p:cNvPr id="19" name="Textplatzhalter 11"/>
          <p:cNvSpPr>
            <a:spLocks noGrp="1"/>
          </p:cNvSpPr>
          <p:nvPr>
            <p:ph type="body" sz="quarter" idx="21" hasCustomPrompt="1"/>
          </p:nvPr>
        </p:nvSpPr>
        <p:spPr>
          <a:xfrm>
            <a:off x="606280" y="1409541"/>
            <a:ext cx="4275283" cy="164169"/>
          </a:xfrm>
        </p:spPr>
        <p:txBody>
          <a:bodyPr anchor="b"/>
          <a:lstStyle>
            <a:lvl1pPr marL="0" indent="0">
              <a:buNone/>
              <a:defRPr sz="900">
                <a:solidFill>
                  <a:srgbClr val="828796"/>
                </a:solidFill>
              </a:defRPr>
            </a:lvl1pPr>
          </a:lstStyle>
          <a:p>
            <a:pPr lvl="0"/>
            <a:r>
              <a:rPr lang="de-DE" dirty="0" smtClean="0"/>
              <a:t>Einheit/Beschreibung</a:t>
            </a:r>
            <a:endParaRPr lang="de-DE" dirty="0"/>
          </a:p>
        </p:txBody>
      </p:sp>
      <p:sp>
        <p:nvSpPr>
          <p:cNvPr id="21" name="Textplatzhalter 4"/>
          <p:cNvSpPr>
            <a:spLocks noGrp="1"/>
          </p:cNvSpPr>
          <p:nvPr>
            <p:ph type="body" sz="quarter" idx="28" hasCustomPrompt="1"/>
          </p:nvPr>
        </p:nvSpPr>
        <p:spPr>
          <a:xfrm>
            <a:off x="5070694" y="1174149"/>
            <a:ext cx="4277168" cy="230994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b="1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de-DE" dirty="0" smtClean="0"/>
              <a:t>Überschrift Grafik</a:t>
            </a:r>
          </a:p>
        </p:txBody>
      </p:sp>
      <p:sp>
        <p:nvSpPr>
          <p:cNvPr id="22" name="Textplatzhalter 11"/>
          <p:cNvSpPr>
            <a:spLocks noGrp="1"/>
          </p:cNvSpPr>
          <p:nvPr>
            <p:ph type="body" sz="quarter" idx="29" hasCustomPrompt="1"/>
          </p:nvPr>
        </p:nvSpPr>
        <p:spPr>
          <a:xfrm>
            <a:off x="5072579" y="1414454"/>
            <a:ext cx="4275283" cy="164169"/>
          </a:xfrm>
        </p:spPr>
        <p:txBody>
          <a:bodyPr anchor="b"/>
          <a:lstStyle>
            <a:lvl1pPr marL="0" indent="0">
              <a:buNone/>
              <a:defRPr sz="900">
                <a:solidFill>
                  <a:srgbClr val="828796"/>
                </a:solidFill>
              </a:defRPr>
            </a:lvl1pPr>
          </a:lstStyle>
          <a:p>
            <a:pPr lvl="0"/>
            <a:r>
              <a:rPr lang="de-DE" dirty="0" smtClean="0"/>
              <a:t>Einheit/Beschreibung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30" hasCustomPrompt="1"/>
          </p:nvPr>
        </p:nvSpPr>
        <p:spPr>
          <a:xfrm>
            <a:off x="596900" y="5076825"/>
            <a:ext cx="8748713" cy="962025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/>
            </a:lvl2pPr>
            <a:lvl3pPr>
              <a:defRPr/>
            </a:lvl3pPr>
          </a:lstStyle>
          <a:p>
            <a:pPr lvl="0"/>
            <a:r>
              <a:rPr lang="de-DE" dirty="0" smtClean="0"/>
              <a:t>Text</a:t>
            </a:r>
          </a:p>
        </p:txBody>
      </p:sp>
      <p:sp>
        <p:nvSpPr>
          <p:cNvPr id="8" name="Diagrammplatzhalter 7"/>
          <p:cNvSpPr>
            <a:spLocks noGrp="1"/>
          </p:cNvSpPr>
          <p:nvPr>
            <p:ph type="chart" sz="quarter" idx="47"/>
          </p:nvPr>
        </p:nvSpPr>
        <p:spPr>
          <a:xfrm>
            <a:off x="604837" y="1573213"/>
            <a:ext cx="4284000" cy="3306801"/>
          </a:xfrm>
        </p:spPr>
        <p:txBody>
          <a:bodyPr/>
          <a:lstStyle/>
          <a:p>
            <a:endParaRPr lang="de-DE"/>
          </a:p>
        </p:txBody>
      </p:sp>
      <p:sp>
        <p:nvSpPr>
          <p:cNvPr id="17" name="Diagrammplatzhalter 7"/>
          <p:cNvSpPr>
            <a:spLocks noGrp="1"/>
          </p:cNvSpPr>
          <p:nvPr>
            <p:ph type="chart" sz="quarter" idx="48"/>
          </p:nvPr>
        </p:nvSpPr>
        <p:spPr>
          <a:xfrm>
            <a:off x="5067278" y="1573213"/>
            <a:ext cx="4284000" cy="3306801"/>
          </a:xfrm>
        </p:spPr>
        <p:txBody>
          <a:bodyPr/>
          <a:lstStyle/>
          <a:p>
            <a:endParaRPr lang="de-DE"/>
          </a:p>
        </p:txBody>
      </p:sp>
      <p:sp>
        <p:nvSpPr>
          <p:cNvPr id="13" name="Inhaltsplatzhalter 48"/>
          <p:cNvSpPr>
            <a:spLocks noGrp="1"/>
          </p:cNvSpPr>
          <p:nvPr>
            <p:ph sz="quarter" idx="46" hasCustomPrompt="1"/>
          </p:nvPr>
        </p:nvSpPr>
        <p:spPr>
          <a:xfrm>
            <a:off x="604395" y="4919190"/>
            <a:ext cx="4284663" cy="147652"/>
          </a:xfrm>
        </p:spPr>
        <p:txBody>
          <a:bodyPr/>
          <a:lstStyle>
            <a:lvl1pPr marL="0" indent="0" algn="r">
              <a:buNone/>
              <a:defRPr sz="900">
                <a:solidFill>
                  <a:srgbClr val="828796"/>
                </a:solidFill>
              </a:defRPr>
            </a:lvl1pPr>
          </a:lstStyle>
          <a:p>
            <a:pPr lvl="0"/>
            <a:r>
              <a:rPr lang="de-DE" dirty="0" smtClean="0"/>
              <a:t>Quelle</a:t>
            </a:r>
            <a:endParaRPr lang="de-DE" dirty="0"/>
          </a:p>
        </p:txBody>
      </p:sp>
      <p:sp>
        <p:nvSpPr>
          <p:cNvPr id="14" name="Inhaltsplatzhalter 48"/>
          <p:cNvSpPr>
            <a:spLocks noGrp="1"/>
          </p:cNvSpPr>
          <p:nvPr>
            <p:ph sz="quarter" idx="49" hasCustomPrompt="1"/>
          </p:nvPr>
        </p:nvSpPr>
        <p:spPr>
          <a:xfrm>
            <a:off x="5067278" y="4920502"/>
            <a:ext cx="4284663" cy="147600"/>
          </a:xfrm>
        </p:spPr>
        <p:txBody>
          <a:bodyPr/>
          <a:lstStyle>
            <a:lvl1pPr marL="0" indent="0" algn="r">
              <a:buNone/>
              <a:defRPr sz="900">
                <a:solidFill>
                  <a:srgbClr val="828796"/>
                </a:solidFill>
              </a:defRPr>
            </a:lvl1pPr>
          </a:lstStyle>
          <a:p>
            <a:pPr lvl="0"/>
            <a:r>
              <a:rPr lang="de-DE" dirty="0" smtClean="0"/>
              <a:t>Quelle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632145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0087" y="21348"/>
            <a:ext cx="2330545" cy="1075491"/>
          </a:xfrm>
          <a:prstGeom prst="rect">
            <a:avLst/>
          </a:prstGeom>
        </p:spPr>
      </p:pic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96901" y="692696"/>
            <a:ext cx="7291613" cy="36004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4397" y="1166915"/>
            <a:ext cx="8741218" cy="49624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841433" y="6417332"/>
            <a:ext cx="504182" cy="152878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900">
                <a:solidFill>
                  <a:srgbClr val="828796"/>
                </a:solidFill>
              </a:defRPr>
            </a:lvl1pPr>
          </a:lstStyle>
          <a:p>
            <a:fld id="{7C22A28B-66F3-4D73-8A74-6640EACA645A}" type="slidenum">
              <a:rPr lang="de-DE" smtClean="0"/>
              <a:pPr/>
              <a:t>‹Nr.›</a:t>
            </a:fld>
            <a:endParaRPr lang="de-DE" dirty="0"/>
          </a:p>
        </p:txBody>
      </p:sp>
      <p:cxnSp>
        <p:nvCxnSpPr>
          <p:cNvPr id="8" name="Gerade Verbindung 37"/>
          <p:cNvCxnSpPr/>
          <p:nvPr userDrawn="1"/>
        </p:nvCxnSpPr>
        <p:spPr>
          <a:xfrm>
            <a:off x="596901" y="6309320"/>
            <a:ext cx="8748713" cy="0"/>
          </a:xfrm>
          <a:prstGeom prst="line">
            <a:avLst/>
          </a:prstGeom>
          <a:ln w="3175">
            <a:solidFill>
              <a:srgbClr val="82879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hteck 3"/>
          <p:cNvSpPr/>
          <p:nvPr userDrawn="1"/>
        </p:nvSpPr>
        <p:spPr>
          <a:xfrm>
            <a:off x="444500" y="-384753"/>
            <a:ext cx="1390650" cy="238125"/>
          </a:xfrm>
          <a:prstGeom prst="rect">
            <a:avLst/>
          </a:prstGeom>
          <a:solidFill>
            <a:srgbClr val="1E325F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smtClean="0">
                <a:solidFill>
                  <a:schemeClr val="bg1"/>
                </a:solidFill>
              </a:rPr>
              <a:t>30 / 50 / 95</a:t>
            </a:r>
          </a:p>
        </p:txBody>
      </p:sp>
      <p:sp>
        <p:nvSpPr>
          <p:cNvPr id="9" name="Rechteck 8"/>
          <p:cNvSpPr/>
          <p:nvPr userDrawn="1"/>
        </p:nvSpPr>
        <p:spPr>
          <a:xfrm>
            <a:off x="1946275" y="-377110"/>
            <a:ext cx="1390650" cy="238125"/>
          </a:xfrm>
          <a:prstGeom prst="rect">
            <a:avLst/>
          </a:prstGeom>
          <a:solidFill>
            <a:srgbClr val="EB7300"/>
          </a:solidFill>
          <a:ln w="9525">
            <a:solidFill>
              <a:srgbClr val="BBC2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smtClean="0">
                <a:solidFill>
                  <a:schemeClr val="bg1"/>
                </a:solidFill>
              </a:rPr>
              <a:t>235 / 115 / 0</a:t>
            </a:r>
          </a:p>
        </p:txBody>
      </p:sp>
      <p:sp>
        <p:nvSpPr>
          <p:cNvPr id="11" name="Rechteck 10"/>
          <p:cNvSpPr/>
          <p:nvPr userDrawn="1"/>
        </p:nvSpPr>
        <p:spPr>
          <a:xfrm>
            <a:off x="3489325" y="-377109"/>
            <a:ext cx="1390650" cy="238125"/>
          </a:xfrm>
          <a:prstGeom prst="rect">
            <a:avLst/>
          </a:prstGeom>
          <a:solidFill>
            <a:srgbClr val="008296"/>
          </a:solidFill>
          <a:ln w="9525">
            <a:solidFill>
              <a:srgbClr val="BBC2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smtClean="0">
                <a:solidFill>
                  <a:schemeClr val="bg1"/>
                </a:solidFill>
              </a:rPr>
              <a:t>0 / 130 / 150</a:t>
            </a:r>
          </a:p>
        </p:txBody>
      </p:sp>
      <p:sp>
        <p:nvSpPr>
          <p:cNvPr id="12" name="Rechteck 11"/>
          <p:cNvSpPr/>
          <p:nvPr userDrawn="1"/>
        </p:nvSpPr>
        <p:spPr>
          <a:xfrm>
            <a:off x="4991100" y="-374355"/>
            <a:ext cx="1390650" cy="238125"/>
          </a:xfrm>
          <a:prstGeom prst="rect">
            <a:avLst/>
          </a:prstGeom>
          <a:solidFill>
            <a:srgbClr val="8C2341"/>
          </a:solidFill>
          <a:ln w="9525">
            <a:solidFill>
              <a:srgbClr val="BBC2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smtClean="0">
                <a:solidFill>
                  <a:schemeClr val="bg1"/>
                </a:solidFill>
              </a:rPr>
              <a:t>140 / 35 / 65</a:t>
            </a:r>
          </a:p>
        </p:txBody>
      </p:sp>
      <p:sp>
        <p:nvSpPr>
          <p:cNvPr id="13" name="Rechteck 12"/>
          <p:cNvSpPr/>
          <p:nvPr userDrawn="1"/>
        </p:nvSpPr>
        <p:spPr>
          <a:xfrm>
            <a:off x="6524625" y="-362433"/>
            <a:ext cx="1390650" cy="238125"/>
          </a:xfrm>
          <a:prstGeom prst="rect">
            <a:avLst/>
          </a:prstGeom>
          <a:solidFill>
            <a:srgbClr val="A3975D"/>
          </a:solidFill>
          <a:ln w="9525">
            <a:solidFill>
              <a:srgbClr val="BBC2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smtClean="0">
                <a:solidFill>
                  <a:schemeClr val="bg1"/>
                </a:solidFill>
              </a:rPr>
              <a:t>163 / 151 / 93</a:t>
            </a:r>
          </a:p>
        </p:txBody>
      </p:sp>
      <p:sp>
        <p:nvSpPr>
          <p:cNvPr id="14" name="Rechteck 13"/>
          <p:cNvSpPr/>
          <p:nvPr userDrawn="1"/>
        </p:nvSpPr>
        <p:spPr>
          <a:xfrm>
            <a:off x="8067675" y="-355305"/>
            <a:ext cx="1390650" cy="238125"/>
          </a:xfrm>
          <a:prstGeom prst="rect">
            <a:avLst/>
          </a:prstGeom>
          <a:solidFill>
            <a:srgbClr val="4F307F"/>
          </a:solidFill>
          <a:ln w="9525">
            <a:solidFill>
              <a:srgbClr val="BBC2C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smtClean="0">
                <a:solidFill>
                  <a:schemeClr val="bg1"/>
                </a:solidFill>
              </a:rPr>
              <a:t>79</a:t>
            </a:r>
            <a:r>
              <a:rPr lang="de-DE" sz="1400" baseline="0" dirty="0" smtClean="0">
                <a:solidFill>
                  <a:schemeClr val="bg1"/>
                </a:solidFill>
              </a:rPr>
              <a:t> / 48 / 127</a:t>
            </a:r>
            <a:endParaRPr lang="de-DE" sz="14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041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3" r:id="rId2"/>
    <p:sldLayoutId id="2147483667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spcBef>
          <a:spcPct val="0"/>
        </a:spcBef>
        <a:buNone/>
        <a:defRPr sz="26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10000"/>
        </a:lnSpc>
        <a:spcBef>
          <a:spcPts val="600"/>
        </a:spcBef>
        <a:buClrTx/>
        <a:buSzPct val="90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41338" indent="-274638" algn="l" defTabSz="914400" rtl="0" eaLnBrk="1" latinLnBrk="0" hangingPunct="1">
        <a:lnSpc>
          <a:spcPct val="110000"/>
        </a:lnSpc>
        <a:spcBef>
          <a:spcPts val="600"/>
        </a:spcBef>
        <a:buClrTx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08038" indent="-266700" algn="l" defTabSz="914400" rtl="0" eaLnBrk="1" latinLnBrk="0" hangingPunct="1">
        <a:lnSpc>
          <a:spcPct val="110000"/>
        </a:lnSpc>
        <a:spcBef>
          <a:spcPts val="600"/>
        </a:spcBef>
        <a:buClrTx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808038" indent="-266700" algn="l" defTabSz="914400" rtl="0" eaLnBrk="1" latinLnBrk="0" hangingPunct="1">
        <a:lnSpc>
          <a:spcPct val="110000"/>
        </a:lnSpc>
        <a:spcBef>
          <a:spcPts val="600"/>
        </a:spcBef>
        <a:buClrTx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08038" indent="-266700" algn="l" defTabSz="914400" rtl="0" eaLnBrk="1" latinLnBrk="0" hangingPunct="1">
        <a:lnSpc>
          <a:spcPct val="110000"/>
        </a:lnSpc>
        <a:spcBef>
          <a:spcPts val="600"/>
        </a:spcBef>
        <a:buClrTx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3" orient="horz" pos="663" userDrawn="1">
          <p15:clr>
            <a:srgbClr val="F26B43"/>
          </p15:clr>
        </p15:guide>
        <p15:guide id="4" orient="horz" pos="3952" userDrawn="1">
          <p15:clr>
            <a:srgbClr val="F26B43"/>
          </p15:clr>
        </p15:guide>
        <p15:guide id="5" orient="horz" pos="3861" userDrawn="1">
          <p15:clr>
            <a:srgbClr val="F26B43"/>
          </p15:clr>
        </p15:guide>
        <p15:guide id="6" orient="horz" pos="731" userDrawn="1">
          <p15:clr>
            <a:srgbClr val="F26B43"/>
          </p15:clr>
        </p15:guide>
        <p15:guide id="7" pos="376" userDrawn="1">
          <p15:clr>
            <a:srgbClr val="F26B43"/>
          </p15:clr>
        </p15:guide>
        <p15:guide id="8" pos="5887" userDrawn="1">
          <p15:clr>
            <a:srgbClr val="F26B43"/>
          </p15:clr>
        </p15:guide>
        <p15:guide id="10" pos="3075" userDrawn="1">
          <p15:clr>
            <a:srgbClr val="F26B43"/>
          </p15:clr>
        </p15:guide>
        <p15:guide id="11" pos="3188" userDrawn="1">
          <p15:clr>
            <a:srgbClr val="F26B43"/>
          </p15:clr>
        </p15:guide>
        <p15:guide id="12" orient="horz" pos="2228" userDrawn="1">
          <p15:clr>
            <a:srgbClr val="F26B43"/>
          </p15:clr>
        </p15:guide>
        <p15:guide id="13" orient="horz" pos="2296" userDrawn="1">
          <p15:clr>
            <a:srgbClr val="F26B43"/>
          </p15:clr>
        </p15:guide>
      </p15:sldGuideLst>
    </p:ext>
  </p:extLst>
</p:sldMaster>
</file>

<file path=ppt/theme/theme1.xml><?xml version="1.0" encoding="utf-8"?>
<a:theme xmlns:a="http://schemas.openxmlformats.org/drawingml/2006/main" name="3_Larissa-Design">
  <a:themeElements>
    <a:clrScheme name="apoAsset">
      <a:dk1>
        <a:srgbClr val="000000"/>
      </a:dk1>
      <a:lt1>
        <a:sysClr val="window" lastClr="FFFFFF"/>
      </a:lt1>
      <a:dk2>
        <a:srgbClr val="1E325F"/>
      </a:dk2>
      <a:lt2>
        <a:srgbClr val="EEECE1"/>
      </a:lt2>
      <a:accent1>
        <a:srgbClr val="1E325F"/>
      </a:accent1>
      <a:accent2>
        <a:srgbClr val="EB7300"/>
      </a:accent2>
      <a:accent3>
        <a:srgbClr val="008296"/>
      </a:accent3>
      <a:accent4>
        <a:srgbClr val="8C2341"/>
      </a:accent4>
      <a:accent5>
        <a:srgbClr val="A3975D"/>
      </a:accent5>
      <a:accent6>
        <a:srgbClr val="4F307F"/>
      </a:accent6>
      <a:hlink>
        <a:srgbClr val="8CBE32"/>
      </a:hlink>
      <a:folHlink>
        <a:srgbClr val="62667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rgbClr val="BBC2C8"/>
          </a:solidFill>
        </a:ln>
      </a:spPr>
      <a:bodyPr rtlCol="0" anchor="ctr"/>
      <a:lstStyle>
        <a:defPPr algn="ctr">
          <a:defRPr sz="14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sz="1600"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Office PowerPoint</Application>
  <PresentationFormat>A4-Papier (210 x 297 mm)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3" baseType="lpstr">
      <vt:lpstr>Arial</vt:lpstr>
      <vt:lpstr>Calibri</vt:lpstr>
      <vt:lpstr>3_Larissa-Design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Radhouane, Selina</dc:creator>
  <cp:lastModifiedBy>Meyer, Jan</cp:lastModifiedBy>
  <cp:revision>673</cp:revision>
  <dcterms:created xsi:type="dcterms:W3CDTF">2021-04-25T04:50:55Z</dcterms:created>
  <dcterms:modified xsi:type="dcterms:W3CDTF">2025-06-25T12:17:47Z</dcterms:modified>
</cp:coreProperties>
</file>